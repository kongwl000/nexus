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6878-A841-55C4-C364-17500E3C6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E647F-7FD5-B2EC-8C94-32DF6C2D3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331F-6DB2-DDD1-C299-55FE80F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DDAA6-AD62-96F1-EBA2-62E6B284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5A04F-AD9C-14DE-DAC8-8F3A0CB4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311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1D27-2A5B-F836-2133-5896220D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B71C2-48C2-B177-8753-0CB7560B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6FDCA-DE61-71FC-2CD9-02343C90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17A40-DCE1-AA80-29C9-B4B81FE9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5D46D-98A3-58E1-9C8E-7ADC98B3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935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42D5-1ECE-6CE0-B54D-8FB41FC6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2627-F2DB-9915-2C7A-EEB58593E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79BC5-C10D-9D23-458E-F02A42F0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82D27-7841-0F6C-693D-8A0CF22C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AF9C-9E3E-7791-242C-CDC47A35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312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A08-2C3C-CD62-DD73-55E45FB4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69A36-800D-B0B4-8D74-FD6F5AC94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F0189-C7A8-3395-86E2-C3B3E8933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6F569-ABF2-84E6-163D-4AAAA916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E13E1-0B2C-A9EC-66EC-0AC83949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05925-BA8D-13AE-4535-06065EE3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388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4B39-6ED4-A668-E51B-62AFC4FC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AAE33-BDE0-AA1F-7878-477FBB1CC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45326-645C-7E6A-3C70-4D6BE0BFA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C8709-FD66-BBCF-B68D-A0AECD5BE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80398A-C79F-D8EA-BBA2-B645EED7F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98543-7DE2-0875-3DF2-C576DD0E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22433-5222-D877-DBF1-C079E718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2BA99-280C-14A0-9CB4-EFE15AE4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015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5257-A5BE-7088-CBC1-8D1495DA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9A890-B82F-2AD0-0874-800CA5F6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E2D02-3349-B73F-5420-8ED69A21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25A6F-2970-57C7-8C12-1C4294D64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854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4BF7B-262F-966B-D0FC-8E44DBC6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B73B8-D555-7E1B-2150-6E90CBC9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C0723-D273-916A-1E09-77E32101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855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563E-3047-D1F2-7EBF-C8F2C25FB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92AF-1A5A-802A-61DC-B3F3CDE7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C2643-6601-8D98-8C57-4D0A7EC52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25152-CC28-E53E-8340-3385DF95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97497-2B90-75F7-6EB0-D8747850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A172A-35A1-2DBB-9750-41CC7553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392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67AB-39C9-6896-540F-CFF96E51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05D38-DB32-B60B-7D1A-77683FB7C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B309F-0EDB-CF11-8D07-018497D55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133DC-306B-5B81-E50E-CBE6EA63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D0268-DD8C-17D3-9568-DA4E34D8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0A256-A2F3-FEEE-AADB-209851D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667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9B98-E38C-4AEE-63DF-A81DC20B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43235-67AB-93EC-FFF8-28C662FDB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E909A-9692-DE40-E336-F7D7BDEF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506E2-A27C-025E-5DBF-432C632F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B2D09-D490-F082-3B70-73F1DDED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752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6B1CC-C3F4-4737-2019-1C313C5EE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538E6-1493-29CD-CED6-D710EE57A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0E0CC-5E90-97EB-5305-A642758C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1043-F42A-6AD8-EBA6-3FD57BB4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738B5-4D00-B032-65B1-AA098B0C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3468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4B90B-6930-F04D-D12C-BF1A7A72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F201B-26FB-4E7F-6B0A-F166BCAE4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CFCB-BB34-8920-91D2-383D01CAE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ECDAA-1849-4BBE-B6AB-DFF883191D7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159B-0621-BD62-4772-8B7C4EE7D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A16BB-2113-1422-66EE-88B7033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F7589-64FB-47D3-80AE-3FD532541D9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184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42DF15-1997-461F-0828-64DF071F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87" y="876550"/>
            <a:ext cx="5756211" cy="5530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467690-5AE7-73B9-991A-ED3202FA7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1" y="947947"/>
            <a:ext cx="1606633" cy="15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Lun Kong</dc:creator>
  <cp:lastModifiedBy>Wei Lun Kong</cp:lastModifiedBy>
  <cp:revision>1</cp:revision>
  <dcterms:created xsi:type="dcterms:W3CDTF">2026-03-27T06:29:26Z</dcterms:created>
  <dcterms:modified xsi:type="dcterms:W3CDTF">2026-03-27T06:30:27Z</dcterms:modified>
</cp:coreProperties>
</file>